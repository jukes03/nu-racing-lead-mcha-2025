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0317-8304-DCC2-539A-F8435ADAF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402CC-0CE6-CC82-7F96-9DA66EFEE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B6DF5-987F-6213-8AEE-95F98F11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3EE12-0C45-2C73-D249-A51E94CC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BD03-ADEF-BFD2-2899-17A46E76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43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B273-212A-0833-28BE-3FC4ED816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05BB2-787A-36AF-0AB1-72C9160B9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7467B-56BF-476E-E45E-86C974590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8DF44-D5BC-F1E0-1D9C-16BA7A6C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9FD20-00F3-96E4-14B9-2311A4F4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22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469B-43D0-3A9A-B65B-B42835F2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B3C67-B059-5D0C-8992-81754C4D0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39684-60A2-A71B-023D-3E18D4D12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254A-F464-5ABD-D8BA-817EAF35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AE429-32F1-97D9-A3C8-AFFCB705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90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E9B9-ABA6-C1A4-DA04-1E1A4175A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8D0A7-693F-A964-56CD-856A3CD46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57EFC-A99B-7493-AC8C-B9ECA33AD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B0323-25C1-1C8A-17E2-8C6DF4B9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4E2A7-AB69-2D02-4486-6916619B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F3364-82F8-D1A4-5783-1DEFC968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4694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A3AA-A813-A5E9-57BB-1494049D4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DC9EC-00B3-4BFB-D96F-F67C2BD84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4BC85-1DA1-BE10-8A8A-59B3CE63A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1FA5B2-ADA7-C467-25EF-0146A98B6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4EE7D-35A3-CE71-B851-E863EB908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B080A-FE0D-2D1E-85DC-B12755481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5EFEE5-05D9-38A0-DF36-C9C4F2D6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94B9D-6D47-D94E-2464-37B4E695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071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EE8C-BC52-EA61-AAD5-ADBFF396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FDA48-633F-5FB8-E2EF-B2BE60B69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B83973-7B03-46EE-56F3-8D605D18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FBBE0-D464-8A35-0022-9F2EF934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0989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434E60-13CF-DB2B-5AE1-A3114ACF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56BC6-8A4F-B1A6-4363-D3B17DA2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1F15E-361D-DDE0-A584-8D10DB75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7320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0CDC-69B6-E828-8E72-466B8F91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B901A-DCCA-2C5F-A249-B56B76A69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3CDCB-CBA7-0ECF-C316-2D27D2AAC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89424-6C58-6851-BF02-261AA586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14CD2-9BD4-C84C-6EEA-DC2AB67F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20BE3-4B9A-2100-A4C4-CFC15AAD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423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DBD5-FCD6-0B9E-A3BE-BA9205C30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D2AD4-AAC3-CB5D-D3A1-1A4BE0DF1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B316A-3DC3-3E5A-ADFD-34AFB8272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DBD3B-F121-0909-EF1E-BE671091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BA272-602A-BECA-9EE0-BFF8EFDE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CA2B4-8477-0026-9BD7-D392AAB4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9820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BBBE-708C-6926-04ED-6C9352A3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498DD-A8F1-B536-C308-452A1B999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7CF2-8462-5AD8-E9DE-2594D7731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214F5-6EB8-18BC-785B-2B731563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78435-CFAE-F38B-DB62-7EBC5956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6070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77A303-1881-BB66-3216-C132224C8B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0BEDB-61FB-C6F7-36F5-345786200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1F86B-9878-9817-D83D-975D6B04C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AAB5A-871C-5780-8E19-1B3C92D2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E97CA-1AEA-F52B-F2A7-10281B64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6988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97EF5-F17B-F3F9-D0BF-46B186D5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912C0-77A0-A79E-8029-7163F3BF6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0D283-72E3-000D-B001-E1BBE3436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8643A-7540-4565-916A-372CB2DE0345}" type="datetimeFigureOut">
              <a:rPr lang="en-AU" smtClean="0"/>
              <a:t>14/06/2025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883C1-3D89-0685-20C2-C6E7BA994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F663F-E081-44EE-8452-B42C86314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58C6C-EF44-462C-97DF-B1A49A7386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180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711F23-3BC2-5DE8-EC3E-5A2B6E810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813857"/>
              </p:ext>
            </p:extLst>
          </p:nvPr>
        </p:nvGraphicFramePr>
        <p:xfrm>
          <a:off x="475775" y="474006"/>
          <a:ext cx="11268124" cy="5940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4062">
                  <a:extLst>
                    <a:ext uri="{9D8B030D-6E8A-4147-A177-3AD203B41FA5}">
                      <a16:colId xmlns:a16="http://schemas.microsoft.com/office/drawing/2014/main" val="1142261535"/>
                    </a:ext>
                  </a:extLst>
                </a:gridCol>
                <a:gridCol w="5634062">
                  <a:extLst>
                    <a:ext uri="{9D8B030D-6E8A-4147-A177-3AD203B41FA5}">
                      <a16:colId xmlns:a16="http://schemas.microsoft.com/office/drawing/2014/main" val="236421474"/>
                    </a:ext>
                  </a:extLst>
                </a:gridCol>
              </a:tblGrid>
              <a:tr h="69508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Dyno Progress Meetings – 14/06/2025</a:t>
                      </a:r>
                      <a:endParaRPr lang="en-AU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871648"/>
                  </a:ext>
                </a:extLst>
              </a:tr>
              <a:tr h="2622681">
                <a:tc>
                  <a:txBody>
                    <a:bodyPr/>
                    <a:lstStyle/>
                    <a:p>
                      <a:r>
                        <a:rPr lang="en-US" u="sng" dirty="0"/>
                        <a:t>Progress This Week</a:t>
                      </a:r>
                      <a:endParaRPr lang="en-A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Aim For Next Week</a:t>
                      </a:r>
                      <a:endParaRPr lang="en-AU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668454"/>
                  </a:ext>
                </a:extLst>
              </a:tr>
              <a:tr h="2622681">
                <a:tc>
                  <a:txBody>
                    <a:bodyPr/>
                    <a:lstStyle/>
                    <a:p>
                      <a:r>
                        <a:rPr lang="en-US" u="sng" dirty="0"/>
                        <a:t>Challenges, Risks and Opportunities </a:t>
                      </a:r>
                      <a:endParaRPr lang="en-A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Help Needed</a:t>
                      </a:r>
                      <a:endParaRPr lang="en-AU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464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504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7F152C5F389042B06687A7F2F41AA1" ma:contentTypeVersion="14" ma:contentTypeDescription="Create a new document." ma:contentTypeScope="" ma:versionID="b7e86541a558b9f02d843214906fb5a3">
  <xsd:schema xmlns:xsd="http://www.w3.org/2001/XMLSchema" xmlns:xs="http://www.w3.org/2001/XMLSchema" xmlns:p="http://schemas.microsoft.com/office/2006/metadata/properties" xmlns:ns3="f5d11fcf-3161-45d8-899c-9da54d9f529e" xmlns:ns4="c70da2cc-2ad6-42f8-a130-00d69c592d3e" targetNamespace="http://schemas.microsoft.com/office/2006/metadata/properties" ma:root="true" ma:fieldsID="c0bbfa109c1da0935f653b0eea1581d6" ns3:_="" ns4:_="">
    <xsd:import namespace="f5d11fcf-3161-45d8-899c-9da54d9f529e"/>
    <xsd:import namespace="c70da2cc-2ad6-42f8-a130-00d69c592d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d11fcf-3161-45d8-899c-9da54d9f52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0da2cc-2ad6-42f8-a130-00d69c592d3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d11fcf-3161-45d8-899c-9da54d9f529e" xsi:nil="true"/>
  </documentManagement>
</p:properties>
</file>

<file path=customXml/itemProps1.xml><?xml version="1.0" encoding="utf-8"?>
<ds:datastoreItem xmlns:ds="http://schemas.openxmlformats.org/officeDocument/2006/customXml" ds:itemID="{7594E2A1-AA97-4F83-A8BA-6420997262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d11fcf-3161-45d8-899c-9da54d9f529e"/>
    <ds:schemaRef ds:uri="c70da2cc-2ad6-42f8-a130-00d69c592d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59FD1D-830C-4A6D-BEFC-4DFF51008D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199B79-9DAF-4EDE-8918-D7825A394842}">
  <ds:schemaRefs>
    <ds:schemaRef ds:uri="c70da2cc-2ad6-42f8-a130-00d69c592d3e"/>
    <ds:schemaRef ds:uri="http://purl.org/dc/elements/1.1/"/>
    <ds:schemaRef ds:uri="http://schemas.microsoft.com/office/2006/documentManagement/types"/>
    <ds:schemaRef ds:uri="http://purl.org/dc/terms/"/>
    <ds:schemaRef ds:uri="f5d11fcf-3161-45d8-899c-9da54d9f529e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Lukes</dc:creator>
  <cp:lastModifiedBy>Jacob Lukes</cp:lastModifiedBy>
  <cp:revision>2</cp:revision>
  <dcterms:created xsi:type="dcterms:W3CDTF">2025-06-14T02:05:25Z</dcterms:created>
  <dcterms:modified xsi:type="dcterms:W3CDTF">2025-06-14T02:12:25Z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0x0101006E7F152C5F389042B06687A7F2F41AA1</vt:lpwstr>
  </property>
</Properties>
</file>