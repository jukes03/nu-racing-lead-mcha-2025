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327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53B02-BD1E-94EB-6A63-BCDE335B5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C77D51-4B89-5E7F-B7E0-DF847807B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C4406-C95F-CE99-3680-120CAB00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35058-B202-3E22-1EE0-22291922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5EF61-0F50-1F4F-F4A9-ED58FFAF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0121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A896E-CEF3-8608-4A3D-8A1CC4CC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F2DB0-2372-8B89-7E47-FABCDF005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F795E-389A-DA8D-50AE-E97085957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93F34-322D-2549-00E9-DFD49B719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4751E-7AB8-1D17-81DD-204E74BB3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221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BDE8-F06E-F962-6CDF-0D9823A5F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DEA45B-3CCD-3371-AA49-91A0BADFE9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B06844-C0AE-2026-91C7-B9A43727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042FC-F4FA-B9EA-75D8-3FF4E1CE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A2FEEB-5E11-63A5-25F6-00C218A0D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1087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BD465-66CE-E870-671D-CC0CBC30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A2AFA-9868-653D-2853-1DAFA334A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CF877-C1A9-D4B3-FA55-5502ACF3F0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DB4F8-3DD7-18BD-D5FB-241175514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FBA77B-F9F7-1BAF-AD14-45C90D1D2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00B195-FBCC-DD6A-2AA5-D22385D3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0512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6804-2071-16AE-47F2-61197A521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CDA1AE-EB53-6B10-FC22-7A3169027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53DA35-9E6E-D63E-6651-C3D788D20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CB9308-A083-2299-6D5A-63719068E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1E088-B43C-2DE8-4D43-44890ED0E2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97069-DFB6-D56B-F7D1-BE13BCBCE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00E43F-10DB-1E21-1B6D-2500896DE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AFF820-99DD-93DD-115E-A3FCFFBF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674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8F014-3961-3805-548A-CF234D8C9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5B5953-3F24-7CE5-20D5-FCCBE8986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A4400-A8EA-41A0-4F60-5911ED3B6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507E22-712D-17F9-721B-42C60D901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335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25EE38-7D04-A026-354B-66D92DF34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4BF55C-BB1B-60D5-D399-D1781FA4C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AC66D-9E75-7DA3-AA32-990C992A1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436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3E24-AE9E-CBC6-1C57-EFB4D1BB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EF6E2-B833-FE8C-91A6-0A2E24D9A6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6AE86-8446-A641-A01C-7E17C57519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14CF5-B562-D8E0-CAB5-6B37D2756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8CF2B-2630-CD46-4081-046E3F566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C5FB6-E55A-7115-C088-23605D227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09270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FE424-ABF4-2413-1377-00D20DF1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FD56ACB-783C-1C4E-77DD-656984D66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2F82E-DDBC-4393-9053-033C8C0E3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3E5BEF-2A9F-E8C4-453F-BAB74BDE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8D1DA-C05B-63E4-FAA6-9A88AB60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AAF57-3457-D8BE-E0B7-E7CF4C2F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594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3FA42-8828-C989-E97A-051CED7DA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19534-2E7F-6060-5218-6BFBE036C9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A08A2-ABDF-8752-E625-3978DA473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9DC18-B53F-3C45-F23F-3470FE60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48838B-8E9A-391F-9752-CDAA8BAF0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0295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28C557-6BC0-C38B-5126-8048F140C0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251EC3-3DBC-BADC-EE5C-309222632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39D79-11B5-4F28-06CD-230E4BD7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CCA15-C1FC-E05F-C65F-54A8DECA9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C0F81-C963-7931-2C48-ED3CD0D93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5824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5F79BC-8502-43EA-3652-B7AC64261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C5444-31DB-1E39-1D6A-AF6C28DE0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E66CE-A9EC-A350-9850-75CA0A3678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9F2FB9-90E9-4545-8394-3CF42445FBE9}" type="datetimeFigureOut">
              <a:rPr lang="en-AU" smtClean="0"/>
              <a:t>10/07/2025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59B4F-E15E-A5A0-C954-F4681D8C4B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4C550-6340-4CB3-7BC9-46F778386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7F18E3-96ED-44B4-B5DB-E7E74038A0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61936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and brown machine&#10;&#10;AI-generated content may be incorrect.">
            <a:extLst>
              <a:ext uri="{FF2B5EF4-FFF2-40B4-BE49-F238E27FC236}">
                <a16:creationId xmlns:a16="http://schemas.microsoft.com/office/drawing/2014/main" id="{248C7682-5D0D-0C2B-1C76-7E64E3375E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16" y="1321968"/>
            <a:ext cx="11774167" cy="32355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C64DC6-A8B0-EE92-DE4F-38888A5679B5}"/>
              </a:ext>
            </a:extLst>
          </p:cNvPr>
          <p:cNvSpPr/>
          <p:nvPr/>
        </p:nvSpPr>
        <p:spPr>
          <a:xfrm>
            <a:off x="1935479" y="389001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5B5F6A-E63A-D1F5-3CC8-6F4553771E95}"/>
              </a:ext>
            </a:extLst>
          </p:cNvPr>
          <p:cNvSpPr/>
          <p:nvPr/>
        </p:nvSpPr>
        <p:spPr>
          <a:xfrm>
            <a:off x="3870959" y="389001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C529E1-5477-56ED-0EDC-E9E061F12A2B}"/>
              </a:ext>
            </a:extLst>
          </p:cNvPr>
          <p:cNvSpPr/>
          <p:nvPr/>
        </p:nvSpPr>
        <p:spPr>
          <a:xfrm>
            <a:off x="5812470" y="385191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BBC8B9-E914-70FA-074E-246A0E2F92BD}"/>
              </a:ext>
            </a:extLst>
          </p:cNvPr>
          <p:cNvSpPr/>
          <p:nvPr/>
        </p:nvSpPr>
        <p:spPr>
          <a:xfrm>
            <a:off x="8188641" y="38709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534D41-2413-8DD6-7C5F-8F7CB30DCC19}"/>
              </a:ext>
            </a:extLst>
          </p:cNvPr>
          <p:cNvSpPr/>
          <p:nvPr/>
        </p:nvSpPr>
        <p:spPr>
          <a:xfrm>
            <a:off x="10085862" y="3880485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88197B-2564-2434-7F74-6CF0609507A9}"/>
              </a:ext>
            </a:extLst>
          </p:cNvPr>
          <p:cNvSpPr/>
          <p:nvPr/>
        </p:nvSpPr>
        <p:spPr>
          <a:xfrm>
            <a:off x="11692412" y="4117975"/>
            <a:ext cx="179071" cy="186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68B4E1-AC5A-707E-76E3-7017AF52EDF2}"/>
              </a:ext>
            </a:extLst>
          </p:cNvPr>
          <p:cNvSpPr/>
          <p:nvPr/>
        </p:nvSpPr>
        <p:spPr>
          <a:xfrm>
            <a:off x="9676287" y="43662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12492D-E41E-6C5D-CB54-D01A66879BA7}"/>
              </a:ext>
            </a:extLst>
          </p:cNvPr>
          <p:cNvSpPr/>
          <p:nvPr/>
        </p:nvSpPr>
        <p:spPr>
          <a:xfrm>
            <a:off x="7758587" y="43662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9AC628-E513-72F4-B89A-7C096629418C}"/>
              </a:ext>
            </a:extLst>
          </p:cNvPr>
          <p:cNvSpPr/>
          <p:nvPr/>
        </p:nvSpPr>
        <p:spPr>
          <a:xfrm>
            <a:off x="5812469" y="4375785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7395C44-312A-F23A-5FB4-6F501DB72910}"/>
              </a:ext>
            </a:extLst>
          </p:cNvPr>
          <p:cNvSpPr/>
          <p:nvPr/>
        </p:nvSpPr>
        <p:spPr>
          <a:xfrm>
            <a:off x="3894769" y="4366260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4D2ECB5-BFC5-60A5-414D-1C71EC606F0A}"/>
              </a:ext>
            </a:extLst>
          </p:cNvPr>
          <p:cNvSpPr/>
          <p:nvPr/>
        </p:nvSpPr>
        <p:spPr>
          <a:xfrm>
            <a:off x="1935479" y="4375785"/>
            <a:ext cx="179071" cy="144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9E964EE-F4DF-9E7D-0D3A-2DB24E3355D4}"/>
              </a:ext>
            </a:extLst>
          </p:cNvPr>
          <p:cNvCxnSpPr>
            <a:cxnSpLocks/>
          </p:cNvCxnSpPr>
          <p:nvPr/>
        </p:nvCxnSpPr>
        <p:spPr>
          <a:xfrm flipH="1">
            <a:off x="5920185" y="1695782"/>
            <a:ext cx="465630" cy="21199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5DAAE0B-1688-FDE6-F93A-409FA1F723AA}"/>
              </a:ext>
            </a:extLst>
          </p:cNvPr>
          <p:cNvCxnSpPr>
            <a:cxnSpLocks/>
          </p:cNvCxnSpPr>
          <p:nvPr/>
        </p:nvCxnSpPr>
        <p:spPr>
          <a:xfrm>
            <a:off x="7230154" y="1752600"/>
            <a:ext cx="988558" cy="209502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7FD2A7A-0F18-E2BB-F917-D9A82E8B45DC}"/>
              </a:ext>
            </a:extLst>
          </p:cNvPr>
          <p:cNvCxnSpPr>
            <a:cxnSpLocks/>
          </p:cNvCxnSpPr>
          <p:nvPr/>
        </p:nvCxnSpPr>
        <p:spPr>
          <a:xfrm>
            <a:off x="7758587" y="1664013"/>
            <a:ext cx="2304260" cy="218789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EA3A120-D19D-540B-0E4A-401FAE909AC0}"/>
              </a:ext>
            </a:extLst>
          </p:cNvPr>
          <p:cNvCxnSpPr>
            <a:cxnSpLocks/>
          </p:cNvCxnSpPr>
          <p:nvPr/>
        </p:nvCxnSpPr>
        <p:spPr>
          <a:xfrm>
            <a:off x="8007123" y="1600200"/>
            <a:ext cx="3626399" cy="250888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AD26198-7059-145C-3B8E-DBF7B530BD24}"/>
              </a:ext>
            </a:extLst>
          </p:cNvPr>
          <p:cNvCxnSpPr>
            <a:cxnSpLocks/>
          </p:cNvCxnSpPr>
          <p:nvPr/>
        </p:nvCxnSpPr>
        <p:spPr>
          <a:xfrm>
            <a:off x="7477740" y="1695782"/>
            <a:ext cx="2159417" cy="26088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20C69C9-2C29-5695-012D-C7DB6FE4F4E2}"/>
              </a:ext>
            </a:extLst>
          </p:cNvPr>
          <p:cNvCxnSpPr>
            <a:cxnSpLocks/>
          </p:cNvCxnSpPr>
          <p:nvPr/>
        </p:nvCxnSpPr>
        <p:spPr>
          <a:xfrm>
            <a:off x="6875977" y="1757358"/>
            <a:ext cx="912849" cy="25962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E6C0A5B-63DD-006F-6EF6-3F8EDDB4439B}"/>
              </a:ext>
            </a:extLst>
          </p:cNvPr>
          <p:cNvCxnSpPr>
            <a:cxnSpLocks/>
          </p:cNvCxnSpPr>
          <p:nvPr/>
        </p:nvCxnSpPr>
        <p:spPr>
          <a:xfrm flipH="1">
            <a:off x="5939628" y="1693541"/>
            <a:ext cx="697309" cy="266001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9536CFE-7DCE-EA44-F674-5C44A4536D57}"/>
              </a:ext>
            </a:extLst>
          </p:cNvPr>
          <p:cNvCxnSpPr>
            <a:cxnSpLocks/>
          </p:cNvCxnSpPr>
          <p:nvPr/>
        </p:nvCxnSpPr>
        <p:spPr>
          <a:xfrm flipH="1">
            <a:off x="3984304" y="1739997"/>
            <a:ext cx="1581451" cy="21035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9B9F659-0C31-E5AE-BE2D-A487E0BAEF08}"/>
              </a:ext>
            </a:extLst>
          </p:cNvPr>
          <p:cNvCxnSpPr>
            <a:cxnSpLocks/>
          </p:cNvCxnSpPr>
          <p:nvPr/>
        </p:nvCxnSpPr>
        <p:spPr>
          <a:xfrm flipH="1">
            <a:off x="4016934" y="1693541"/>
            <a:ext cx="1972625" cy="265546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B958204-B66F-B86B-BC59-6BC104626074}"/>
              </a:ext>
            </a:extLst>
          </p:cNvPr>
          <p:cNvCxnSpPr>
            <a:cxnSpLocks/>
          </p:cNvCxnSpPr>
          <p:nvPr/>
        </p:nvCxnSpPr>
        <p:spPr>
          <a:xfrm flipH="1">
            <a:off x="2045018" y="1670966"/>
            <a:ext cx="2612807" cy="21697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D54CEB3-2795-B94A-891E-EF524A640A1C}"/>
              </a:ext>
            </a:extLst>
          </p:cNvPr>
          <p:cNvCxnSpPr>
            <a:cxnSpLocks/>
          </p:cNvCxnSpPr>
          <p:nvPr/>
        </p:nvCxnSpPr>
        <p:spPr>
          <a:xfrm flipH="1">
            <a:off x="2070397" y="1695782"/>
            <a:ext cx="3049171" cy="264566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C51932B8-C506-3270-FCB8-73741605C214}"/>
              </a:ext>
            </a:extLst>
          </p:cNvPr>
          <p:cNvSpPr txBox="1"/>
          <p:nvPr/>
        </p:nvSpPr>
        <p:spPr>
          <a:xfrm>
            <a:off x="4524785" y="1324209"/>
            <a:ext cx="355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chemeClr val="accent4">
                    <a:lumMod val="20000"/>
                    <a:lumOff val="80000"/>
                  </a:schemeClr>
                </a:solidFill>
              </a:rPr>
              <a:t>BMS voltage sense fuse locations</a:t>
            </a:r>
          </a:p>
        </p:txBody>
      </p:sp>
    </p:spTree>
    <p:extLst>
      <p:ext uri="{BB962C8B-B14F-4D97-AF65-F5344CB8AC3E}">
        <p14:creationId xmlns:p14="http://schemas.microsoft.com/office/powerpoint/2010/main" val="4289892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Lukes</dc:creator>
  <cp:lastModifiedBy>Jacob Lukes</cp:lastModifiedBy>
  <cp:revision>1</cp:revision>
  <dcterms:created xsi:type="dcterms:W3CDTF">2025-07-10T03:56:44Z</dcterms:created>
  <dcterms:modified xsi:type="dcterms:W3CDTF">2025-07-10T06:48:50Z</dcterms:modified>
</cp:coreProperties>
</file>