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782834-5E78-4B56-86DC-0A79DE5E2C61}" v="103" dt="2026-01-11T03:39:05.3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30F9B-E7C7-43F5-BB52-7E5418370F08}" type="datetimeFigureOut">
              <a:rPr lang="en-AU" smtClean="0"/>
              <a:t>11/01/2026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09EF3-4439-4ED9-A9BA-4CF84698E5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86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09EF3-4439-4ED9-A9BA-4CF84698E57E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0152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DF3AE-5331-FC25-2C38-0B0D532C1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966FE-7C24-0051-EA98-AE925DD84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4A4D1-895A-1499-ACF5-B73D0E7CF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4E086-2242-9A0C-DCBB-ED2677B927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09EF3-4439-4ED9-A9BA-4CF84698E57E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040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A0F43-CED3-1072-6C11-2DFFF24645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01FE8-DE45-82C2-13F1-E24E30248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8F85A-802C-91A8-E6EA-6BFF43E9F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A5C14-20AD-4046-A906-960A0509B85F}" type="datetimeFigureOut">
              <a:rPr lang="en-AU" smtClean="0"/>
              <a:t>11/01/2026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7C3AC-9637-CD00-1955-7BAACA494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C248D-3FB7-ABEA-DB5C-E84C8ECF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8F7D8-4AEE-451C-BDAC-2AFBC93B40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0745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331A-8740-7A26-DAF4-9F2A40CC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BA91E-2968-A596-E5A5-5432C95DA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83E86-FA31-BAF3-AE64-435D3F4F1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A5C14-20AD-4046-A906-960A0509B85F}" type="datetimeFigureOut">
              <a:rPr lang="en-AU" smtClean="0"/>
              <a:t>11/01/2026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C9786-A77B-6314-C2BD-F5B7D23A6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A5CE6-F73B-3F75-1003-D1F5C2078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8F7D8-4AEE-451C-BDAC-2AFBC93B40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7898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F1C7-F906-D13C-4D0C-41951AB81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F8438-B5CE-E033-5519-47FCD9C32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41EDC-5AB6-7897-54DA-55AF7827B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A5C14-20AD-4046-A906-960A0509B85F}" type="datetimeFigureOut">
              <a:rPr lang="en-AU" smtClean="0"/>
              <a:t>11/01/2026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1FB10-EDB1-5C27-D605-7B335077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A366D-D878-8897-0A71-982892E53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8F7D8-4AEE-451C-BDAC-2AFBC93B40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7504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C0FFA-C8D4-3E5B-0D2B-4DB3E0846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5FD21-E00D-2ED2-16C8-48255E8F39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69B3B-1257-2FC3-92E9-BD544C1FC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EA300-56B7-522F-A63B-A64A3D19D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A5C14-20AD-4046-A906-960A0509B85F}" type="datetimeFigureOut">
              <a:rPr lang="en-AU" smtClean="0"/>
              <a:t>11/01/2026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6B21C-B968-28E1-594E-8A482C35E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F56C5-9095-FDF5-EB96-1E4C60394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8F7D8-4AEE-451C-BDAC-2AFBC93B40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6999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3248E-8A8D-4BDE-8736-4DC59BD3E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6CAAB-4826-A098-E1B3-54F1F15FF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061610-D00C-355D-E6D2-27950DE46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029B2E-00D6-B79D-1B15-71A721084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78217A-B46D-2CCF-FA15-CDA7A87D46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A7E0BC-66BD-3597-2B03-CFEEB3973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A5C14-20AD-4046-A906-960A0509B85F}" type="datetimeFigureOut">
              <a:rPr lang="en-AU" smtClean="0"/>
              <a:t>11/01/2026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3B3940-D254-6BD3-9419-3E294FC56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33150-E63D-88BD-A7D3-3B3855C66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8F7D8-4AEE-451C-BDAC-2AFBC93B40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088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B6793-67A4-2798-B640-A15AC0CDB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65C7D7-5D86-36F0-1279-70109DA08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A5C14-20AD-4046-A906-960A0509B85F}" type="datetimeFigureOut">
              <a:rPr lang="en-AU" smtClean="0"/>
              <a:t>11/01/2026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1A1B50-00B1-DCA8-760E-EF8007509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C54C6E-019B-1460-8DA9-D41C92A52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8F7D8-4AEE-451C-BDAC-2AFBC93B40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2854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B4F8D3-3F7D-17BB-2C6A-4523598F0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A5C14-20AD-4046-A906-960A0509B85F}" type="datetimeFigureOut">
              <a:rPr lang="en-AU" smtClean="0"/>
              <a:t>11/01/2026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6E15D9-C4F4-3322-C818-7F4B66B01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93D22-F356-B808-6B9E-B536C503E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8F7D8-4AEE-451C-BDAC-2AFBC93B40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4436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85389-F1A5-C2CC-AD2E-609E244ED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AA50C-ACDC-BA89-5C16-530B34DE8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1A71FB-96AC-9D5C-CCB1-DA2D2D537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AE494-77F5-D032-20EB-6FABBA9D2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A5C14-20AD-4046-A906-960A0509B85F}" type="datetimeFigureOut">
              <a:rPr lang="en-AU" smtClean="0"/>
              <a:t>11/01/2026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F2D4A-0D56-3D11-3BC5-ECAF325EC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DBF98-0639-8015-94C9-0A73B32E1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8F7D8-4AEE-451C-BDAC-2AFBC93B40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4405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840D8-8809-DA01-DBF0-B29AEC296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390AAB-882A-C800-E1EA-5BACA419E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27D8E-00C4-4CD7-0802-7755E255B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D127F-65B7-2897-B68F-B4469A62F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A5C14-20AD-4046-A906-960A0509B85F}" type="datetimeFigureOut">
              <a:rPr lang="en-AU" smtClean="0"/>
              <a:t>11/01/2026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2B418-3AC0-364F-BF29-AA197A6BD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CB816-C321-86ED-1AD9-A4618BD2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8F7D8-4AEE-451C-BDAC-2AFBC93B40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4769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3C8FF-8154-EC09-E46D-4BF6F46F7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309306-73E5-5438-0A3D-AF64C43DA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37F86-919C-6DBD-63ED-F1FE4F40D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A5C14-20AD-4046-A906-960A0509B85F}" type="datetimeFigureOut">
              <a:rPr lang="en-AU" smtClean="0"/>
              <a:t>11/01/2026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D08F9-BCF9-39A0-24F8-B9F49B517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5192-EB74-5BDD-21DB-49F7A35EE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8F7D8-4AEE-451C-BDAC-2AFBC93B40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5582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F4A59B-5758-C9F1-D457-D1D2EC61B3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FE54E8-94E6-75BD-3233-E856C6C7AA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1E72E-C892-31FD-537E-2178239DA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A5C14-20AD-4046-A906-960A0509B85F}" type="datetimeFigureOut">
              <a:rPr lang="en-AU" smtClean="0"/>
              <a:t>11/01/2026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35033-7DD9-D883-3420-D784B2B3A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A6E50-A8DF-CEAC-3BBF-6DB10EB75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8F7D8-4AEE-451C-BDAC-2AFBC93B40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4660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FE4232-1869-BCA9-CBC2-B460B4CF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F1CB0-9B11-C382-F8B2-9418D4D3E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AE2C1-4493-15A1-A814-9B89FB9FA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3A5C14-20AD-4046-A906-960A0509B85F}" type="datetimeFigureOut">
              <a:rPr lang="en-AU" smtClean="0"/>
              <a:t>11/01/2026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6741E-0EDE-D752-1825-5CE7A3351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1CF0-E63E-0395-3027-497025FF9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F8F7D8-4AEE-451C-BDAC-2AFBC93B40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0215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32C629C-59E4-F6D4-10F2-B84FE14A1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390775" y="1466086"/>
            <a:ext cx="3657601" cy="27432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CD1204-E41F-33F9-45F2-AA470653D9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959722" y="1466087"/>
            <a:ext cx="3657600" cy="274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F00295-8192-C2E5-7E8F-82E055F5ADBE}"/>
              </a:ext>
            </a:extLst>
          </p:cNvPr>
          <p:cNvSpPr txBox="1"/>
          <p:nvPr/>
        </p:nvSpPr>
        <p:spPr>
          <a:xfrm>
            <a:off x="2527053" y="100812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A79CA9-F83C-2724-4DAD-645EDB387601}"/>
              </a:ext>
            </a:extLst>
          </p:cNvPr>
          <p:cNvSpPr txBox="1"/>
          <p:nvPr/>
        </p:nvSpPr>
        <p:spPr>
          <a:xfrm>
            <a:off x="6096000" y="1008123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4E7A85B-25A7-1E7D-98C1-CDF96B47B8C9}"/>
              </a:ext>
            </a:extLst>
          </p:cNvPr>
          <p:cNvSpPr/>
          <p:nvPr/>
        </p:nvSpPr>
        <p:spPr>
          <a:xfrm>
            <a:off x="3593592" y="1920240"/>
            <a:ext cx="402336" cy="4023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5A17604-0221-B959-3632-7632C945B907}"/>
              </a:ext>
            </a:extLst>
          </p:cNvPr>
          <p:cNvSpPr/>
          <p:nvPr/>
        </p:nvSpPr>
        <p:spPr>
          <a:xfrm>
            <a:off x="4115682" y="2255520"/>
            <a:ext cx="402336" cy="4023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F27549E-A801-DE48-98D0-34F83AC64838}"/>
              </a:ext>
            </a:extLst>
          </p:cNvPr>
          <p:cNvSpPr/>
          <p:nvPr/>
        </p:nvSpPr>
        <p:spPr>
          <a:xfrm>
            <a:off x="3364992" y="2636518"/>
            <a:ext cx="402336" cy="4023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1AB84D0-A90E-B226-A121-9958748D4624}"/>
              </a:ext>
            </a:extLst>
          </p:cNvPr>
          <p:cNvSpPr/>
          <p:nvPr/>
        </p:nvSpPr>
        <p:spPr>
          <a:xfrm>
            <a:off x="3874318" y="3026664"/>
            <a:ext cx="402336" cy="4023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48D4C17-4B07-2BF5-590D-328A8458FAB4}"/>
              </a:ext>
            </a:extLst>
          </p:cNvPr>
          <p:cNvSpPr/>
          <p:nvPr/>
        </p:nvSpPr>
        <p:spPr>
          <a:xfrm>
            <a:off x="7184136" y="2322576"/>
            <a:ext cx="402336" cy="4023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593E723-5405-3CA5-E5B2-ECD6640C4CAB}"/>
              </a:ext>
            </a:extLst>
          </p:cNvPr>
          <p:cNvSpPr/>
          <p:nvPr/>
        </p:nvSpPr>
        <p:spPr>
          <a:xfrm>
            <a:off x="8211050" y="2362198"/>
            <a:ext cx="402336" cy="4023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3F770DA-EEB7-8A8B-FFF9-E113C5EA0FBA}"/>
              </a:ext>
            </a:extLst>
          </p:cNvPr>
          <p:cNvSpPr/>
          <p:nvPr/>
        </p:nvSpPr>
        <p:spPr>
          <a:xfrm>
            <a:off x="7053072" y="3293363"/>
            <a:ext cx="402336" cy="4023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710A8BA-97E7-DF53-D6B7-08DA3FFD2B79}"/>
              </a:ext>
            </a:extLst>
          </p:cNvPr>
          <p:cNvSpPr/>
          <p:nvPr/>
        </p:nvSpPr>
        <p:spPr>
          <a:xfrm>
            <a:off x="8345162" y="3331462"/>
            <a:ext cx="402336" cy="4023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8596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EA7AC3-14C2-51EB-2C86-DBBE5EF36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519" y="1010412"/>
            <a:ext cx="2744942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E3BD28-9406-1161-A820-68166021C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849994" y="1467612"/>
            <a:ext cx="3657600" cy="27432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FCB5764D-0E73-560B-2741-2B7CAC6C7030}"/>
              </a:ext>
            </a:extLst>
          </p:cNvPr>
          <p:cNvSpPr/>
          <p:nvPr/>
        </p:nvSpPr>
        <p:spPr>
          <a:xfrm>
            <a:off x="7087482" y="3026664"/>
            <a:ext cx="1215270" cy="11064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B617B0-A9A1-BA8F-9BB5-70D49E98FED2}"/>
              </a:ext>
            </a:extLst>
          </p:cNvPr>
          <p:cNvSpPr txBox="1"/>
          <p:nvPr/>
        </p:nvSpPr>
        <p:spPr>
          <a:xfrm>
            <a:off x="2417597" y="101041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F7A9E5-193A-C03F-B330-24D5E2CAD40A}"/>
              </a:ext>
            </a:extLst>
          </p:cNvPr>
          <p:cNvSpPr txBox="1"/>
          <p:nvPr/>
        </p:nvSpPr>
        <p:spPr>
          <a:xfrm>
            <a:off x="5983066" y="101041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62260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D4327-A1BE-6CCE-C970-A7E7912C4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F1B19C-ED6B-EBC4-8086-FD11B2269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46659" y="659578"/>
            <a:ext cx="3677163" cy="449642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33300E17-FA7C-93B7-8487-12094B39F308}"/>
              </a:ext>
            </a:extLst>
          </p:cNvPr>
          <p:cNvSpPr/>
          <p:nvPr/>
        </p:nvSpPr>
        <p:spPr>
          <a:xfrm>
            <a:off x="7002489" y="2148840"/>
            <a:ext cx="1389888" cy="172821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35598C7-095A-961D-C593-EABD2B516C59}"/>
              </a:ext>
            </a:extLst>
          </p:cNvPr>
          <p:cNvCxnSpPr>
            <a:cxnSpLocks/>
            <a:endCxn id="4" idx="5"/>
          </p:cNvCxnSpPr>
          <p:nvPr/>
        </p:nvCxnSpPr>
        <p:spPr>
          <a:xfrm flipH="1" flipV="1">
            <a:off x="8188833" y="3623965"/>
            <a:ext cx="395568" cy="3445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3C2A3D8-F99C-E31F-09E1-B576FB9A360C}"/>
              </a:ext>
            </a:extLst>
          </p:cNvPr>
          <p:cNvSpPr txBox="1"/>
          <p:nvPr/>
        </p:nvSpPr>
        <p:spPr>
          <a:xfrm>
            <a:off x="8214988" y="3968496"/>
            <a:ext cx="2087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Location of frequent  failure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BEF203B-3209-F119-314C-A1EFED5A3924}"/>
              </a:ext>
            </a:extLst>
          </p:cNvPr>
          <p:cNvSpPr/>
          <p:nvPr/>
        </p:nvSpPr>
        <p:spPr>
          <a:xfrm>
            <a:off x="5996330" y="3877056"/>
            <a:ext cx="1661373" cy="5058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68E5C8D-D190-2DD1-4831-7CFD9E7E35F0}"/>
              </a:ext>
            </a:extLst>
          </p:cNvPr>
          <p:cNvCxnSpPr>
            <a:cxnSpLocks/>
            <a:endCxn id="11" idx="3"/>
          </p:cNvCxnSpPr>
          <p:nvPr/>
        </p:nvCxnSpPr>
        <p:spPr>
          <a:xfrm flipV="1">
            <a:off x="5996330" y="4308794"/>
            <a:ext cx="243302" cy="1809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18132D7-DB32-EC4A-3C46-BF6851C8EFB9}"/>
              </a:ext>
            </a:extLst>
          </p:cNvPr>
          <p:cNvSpPr txBox="1"/>
          <p:nvPr/>
        </p:nvSpPr>
        <p:spPr>
          <a:xfrm>
            <a:off x="5437027" y="4491441"/>
            <a:ext cx="2087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Location of proper support, where it was not originally supported from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B1A0F5E-5BBC-F78C-D837-71785CF18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561" y="1069209"/>
            <a:ext cx="3334110" cy="367716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0516203-6B60-F2A4-23A3-5992F7AE89DC}"/>
              </a:ext>
            </a:extLst>
          </p:cNvPr>
          <p:cNvSpPr txBox="1"/>
          <p:nvPr/>
        </p:nvSpPr>
        <p:spPr>
          <a:xfrm>
            <a:off x="962639" y="106299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B40069-5A4D-E9CD-D63A-E75CE0296315}"/>
              </a:ext>
            </a:extLst>
          </p:cNvPr>
          <p:cNvSpPr txBox="1"/>
          <p:nvPr/>
        </p:nvSpPr>
        <p:spPr>
          <a:xfrm>
            <a:off x="5112899" y="106921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C67BD5-BF6C-F33D-523C-FE0EDCEA7F25}"/>
              </a:ext>
            </a:extLst>
          </p:cNvPr>
          <p:cNvSpPr txBox="1"/>
          <p:nvPr/>
        </p:nvSpPr>
        <p:spPr>
          <a:xfrm>
            <a:off x="1214606" y="4746372"/>
            <a:ext cx="2087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BOTS that was continually breaking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E63CCF7-D212-E3C7-3A0D-D69243F79D81}"/>
              </a:ext>
            </a:extLst>
          </p:cNvPr>
          <p:cNvCxnSpPr>
            <a:cxnSpLocks/>
          </p:cNvCxnSpPr>
          <p:nvPr/>
        </p:nvCxnSpPr>
        <p:spPr>
          <a:xfrm flipV="1">
            <a:off x="2039112" y="4382869"/>
            <a:ext cx="219434" cy="43601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812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B3AB2-36DD-6A1D-62BC-534F66BA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E2EB23-E52D-D3A4-6307-91D62F320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681" y="1576129"/>
            <a:ext cx="4210638" cy="370574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4D44274-0DFA-B9BB-EEC8-7C4BE8377BF4}"/>
              </a:ext>
            </a:extLst>
          </p:cNvPr>
          <p:cNvSpPr/>
          <p:nvPr/>
        </p:nvSpPr>
        <p:spPr>
          <a:xfrm>
            <a:off x="4983480" y="2615184"/>
            <a:ext cx="713232" cy="61264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A633EE-860E-7E79-1D9A-C1EE0043362A}"/>
              </a:ext>
            </a:extLst>
          </p:cNvPr>
          <p:cNvCxnSpPr>
            <a:cxnSpLocks/>
            <a:endCxn id="6" idx="5"/>
          </p:cNvCxnSpPr>
          <p:nvPr/>
        </p:nvCxnSpPr>
        <p:spPr>
          <a:xfrm flipH="1" flipV="1">
            <a:off x="5592262" y="3138112"/>
            <a:ext cx="593967" cy="18725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56B067BB-C64C-DF6F-138F-8991FF071609}"/>
              </a:ext>
            </a:extLst>
          </p:cNvPr>
          <p:cNvSpPr/>
          <p:nvPr/>
        </p:nvSpPr>
        <p:spPr>
          <a:xfrm>
            <a:off x="4983480" y="3335880"/>
            <a:ext cx="713232" cy="61264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01E2EF-EE74-1D31-2986-70A95F252857}"/>
              </a:ext>
            </a:extLst>
          </p:cNvPr>
          <p:cNvCxnSpPr>
            <a:cxnSpLocks/>
            <a:endCxn id="15" idx="5"/>
          </p:cNvCxnSpPr>
          <p:nvPr/>
        </p:nvCxnSpPr>
        <p:spPr>
          <a:xfrm flipH="1" flipV="1">
            <a:off x="5592262" y="3858808"/>
            <a:ext cx="593967" cy="11518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C272D6A-3EF8-D0C0-F43D-D7862546D73C}"/>
              </a:ext>
            </a:extLst>
          </p:cNvPr>
          <p:cNvSpPr/>
          <p:nvPr/>
        </p:nvSpPr>
        <p:spPr>
          <a:xfrm>
            <a:off x="4864215" y="3922308"/>
            <a:ext cx="713232" cy="61264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09E4BA9-586D-6702-FAF3-C4EED0F01550}"/>
              </a:ext>
            </a:extLst>
          </p:cNvPr>
          <p:cNvCxnSpPr>
            <a:cxnSpLocks/>
            <a:endCxn id="17" idx="5"/>
          </p:cNvCxnSpPr>
          <p:nvPr/>
        </p:nvCxnSpPr>
        <p:spPr>
          <a:xfrm flipH="1" flipV="1">
            <a:off x="5472997" y="4445236"/>
            <a:ext cx="713232" cy="56546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6C45DD2-A1AF-0228-7E47-5A1EA336678D}"/>
              </a:ext>
            </a:extLst>
          </p:cNvPr>
          <p:cNvSpPr txBox="1"/>
          <p:nvPr/>
        </p:nvSpPr>
        <p:spPr>
          <a:xfrm>
            <a:off x="6186229" y="4549033"/>
            <a:ext cx="2087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Location of where cable glands could be placed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B34293-4528-6264-E819-56EB7E03B985}"/>
              </a:ext>
            </a:extLst>
          </p:cNvPr>
          <p:cNvSpPr txBox="1"/>
          <p:nvPr/>
        </p:nvSpPr>
        <p:spPr>
          <a:xfrm>
            <a:off x="3741733" y="1534151"/>
            <a:ext cx="2087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NOTE: phase cables are not modelled</a:t>
            </a:r>
          </a:p>
        </p:txBody>
      </p:sp>
    </p:spTree>
    <p:extLst>
      <p:ext uri="{BB962C8B-B14F-4D97-AF65-F5344CB8AC3E}">
        <p14:creationId xmlns:p14="http://schemas.microsoft.com/office/powerpoint/2010/main" val="676205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C8799-BDB1-F634-7ACA-35C0F31D7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BBFC9A-F2B7-9DF9-7152-19A2C75FA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509" y="1095179"/>
            <a:ext cx="6633644" cy="4104523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0B5D0A9-BE27-88B7-3AD4-EAC92F1177D2}"/>
              </a:ext>
            </a:extLst>
          </p:cNvPr>
          <p:cNvSpPr/>
          <p:nvPr/>
        </p:nvSpPr>
        <p:spPr>
          <a:xfrm>
            <a:off x="6775704" y="2176272"/>
            <a:ext cx="512064" cy="51206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A9CBC1-11B3-0520-1C7C-DD8605172A07}"/>
              </a:ext>
            </a:extLst>
          </p:cNvPr>
          <p:cNvCxnSpPr>
            <a:cxnSpLocks/>
            <a:endCxn id="4" idx="5"/>
          </p:cNvCxnSpPr>
          <p:nvPr/>
        </p:nvCxnSpPr>
        <p:spPr>
          <a:xfrm flipH="1" flipV="1">
            <a:off x="7212778" y="2613346"/>
            <a:ext cx="162159" cy="25448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66FE3729-D80E-D11A-0206-4C8ED3575FB9}"/>
              </a:ext>
            </a:extLst>
          </p:cNvPr>
          <p:cNvSpPr/>
          <p:nvPr/>
        </p:nvSpPr>
        <p:spPr>
          <a:xfrm>
            <a:off x="4723191" y="2264664"/>
            <a:ext cx="512064" cy="51206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9229199-4E2B-6E3F-7A85-F4CBBC95D805}"/>
              </a:ext>
            </a:extLst>
          </p:cNvPr>
          <p:cNvCxnSpPr>
            <a:cxnSpLocks/>
            <a:endCxn id="9" idx="5"/>
          </p:cNvCxnSpPr>
          <p:nvPr/>
        </p:nvCxnSpPr>
        <p:spPr>
          <a:xfrm flipH="1" flipV="1">
            <a:off x="5160265" y="2701738"/>
            <a:ext cx="2214672" cy="24565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2182532-8DE3-FA75-3EF9-9B96A0C2B985}"/>
              </a:ext>
            </a:extLst>
          </p:cNvPr>
          <p:cNvSpPr txBox="1"/>
          <p:nvPr/>
        </p:nvSpPr>
        <p:spPr>
          <a:xfrm>
            <a:off x="7031736" y="5158240"/>
            <a:ext cx="2087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Location of bolts that should be positively locked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F79413-1DC6-DBC7-C8AE-1FC33C766862}"/>
              </a:ext>
            </a:extLst>
          </p:cNvPr>
          <p:cNvSpPr txBox="1"/>
          <p:nvPr/>
        </p:nvSpPr>
        <p:spPr>
          <a:xfrm>
            <a:off x="3147375" y="710425"/>
            <a:ext cx="2087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NOTE: bolts are not modelled</a:t>
            </a:r>
          </a:p>
        </p:txBody>
      </p:sp>
    </p:spTree>
    <p:extLst>
      <p:ext uri="{BB962C8B-B14F-4D97-AF65-F5344CB8AC3E}">
        <p14:creationId xmlns:p14="http://schemas.microsoft.com/office/powerpoint/2010/main" val="3567461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C9B91-C073-BE20-2979-0A2DDECD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4A35F8-5D57-C2BE-B0B7-935D1B42A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7" t="26507" r="20845" b="-257"/>
          <a:stretch>
            <a:fillRect/>
          </a:stretch>
        </p:blipFill>
        <p:spPr>
          <a:xfrm rot="5400000">
            <a:off x="3181540" y="2052638"/>
            <a:ext cx="4467226" cy="350748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19675E8-80AB-6A0C-8621-F8C1977F96C4}"/>
              </a:ext>
            </a:extLst>
          </p:cNvPr>
          <p:cNvCxnSpPr>
            <a:cxnSpLocks/>
          </p:cNvCxnSpPr>
          <p:nvPr/>
        </p:nvCxnSpPr>
        <p:spPr>
          <a:xfrm flipH="1">
            <a:off x="4636008" y="1941194"/>
            <a:ext cx="1688784" cy="4879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0D8D646-F93A-A577-5FA0-DDB3A300C00B}"/>
              </a:ext>
            </a:extLst>
          </p:cNvPr>
          <p:cNvCxnSpPr>
            <a:cxnSpLocks/>
          </p:cNvCxnSpPr>
          <p:nvPr/>
        </p:nvCxnSpPr>
        <p:spPr>
          <a:xfrm flipH="1">
            <a:off x="5340096" y="1941194"/>
            <a:ext cx="984696" cy="6984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6F802A-AE76-0271-DC4B-CE1F8B1E03E2}"/>
              </a:ext>
            </a:extLst>
          </p:cNvPr>
          <p:cNvCxnSpPr>
            <a:cxnSpLocks/>
          </p:cNvCxnSpPr>
          <p:nvPr/>
        </p:nvCxnSpPr>
        <p:spPr>
          <a:xfrm flipH="1">
            <a:off x="5696523" y="1941194"/>
            <a:ext cx="628269" cy="7894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3195328-3EA6-DC92-0D9E-CBA4BBBE5BF6}"/>
              </a:ext>
            </a:extLst>
          </p:cNvPr>
          <p:cNvCxnSpPr>
            <a:cxnSpLocks/>
          </p:cNvCxnSpPr>
          <p:nvPr/>
        </p:nvCxnSpPr>
        <p:spPr>
          <a:xfrm flipH="1">
            <a:off x="5940361" y="1941194"/>
            <a:ext cx="384431" cy="9759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D88433B-F6BA-2D24-0394-53A25F068E4A}"/>
              </a:ext>
            </a:extLst>
          </p:cNvPr>
          <p:cNvSpPr txBox="1"/>
          <p:nvPr/>
        </p:nvSpPr>
        <p:spPr>
          <a:xfrm>
            <a:off x="6132576" y="649438"/>
            <a:ext cx="2087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Location seatbelt harness holders' locations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47C7AF-21DE-07B0-E017-1F042A7113E6}"/>
              </a:ext>
            </a:extLst>
          </p:cNvPr>
          <p:cNvSpPr txBox="1"/>
          <p:nvPr/>
        </p:nvSpPr>
        <p:spPr>
          <a:xfrm>
            <a:off x="3592067" y="649438"/>
            <a:ext cx="20878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NOTE: the chassis is not powder coated in this </a:t>
            </a:r>
            <a:r>
              <a:rPr lang="en-AU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505383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F0B3F-431C-5618-0CD2-3F91DBA21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B8B380-4C81-D57E-161C-63517AF0E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44" t="25000" r="25000" b="14444"/>
          <a:stretch>
            <a:fillRect/>
          </a:stretch>
        </p:blipFill>
        <p:spPr>
          <a:xfrm rot="5400000">
            <a:off x="3708080" y="1579438"/>
            <a:ext cx="4324353" cy="3114676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610B219D-3BDE-175C-23CF-F03B378DFD2C}"/>
              </a:ext>
            </a:extLst>
          </p:cNvPr>
          <p:cNvSpPr/>
          <p:nvPr/>
        </p:nvSpPr>
        <p:spPr>
          <a:xfrm>
            <a:off x="5934456" y="2514600"/>
            <a:ext cx="448056" cy="4663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B329EFA-D692-CEB4-EB7F-5CCBF9844407}"/>
              </a:ext>
            </a:extLst>
          </p:cNvPr>
          <p:cNvCxnSpPr>
            <a:cxnSpLocks/>
            <a:endCxn id="4" idx="7"/>
          </p:cNvCxnSpPr>
          <p:nvPr/>
        </p:nvCxnSpPr>
        <p:spPr>
          <a:xfrm flipH="1">
            <a:off x="6316896" y="2221992"/>
            <a:ext cx="1345776" cy="3609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F5AC787B-97E7-B6AE-184C-CF3384FC7A8C}"/>
              </a:ext>
            </a:extLst>
          </p:cNvPr>
          <p:cNvSpPr/>
          <p:nvPr/>
        </p:nvSpPr>
        <p:spPr>
          <a:xfrm>
            <a:off x="5422200" y="2432304"/>
            <a:ext cx="448056" cy="4663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19B0DB-1C04-7F57-B117-A5C77FB998B7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5646228" y="2221992"/>
            <a:ext cx="2016444" cy="2103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25D91898-10AA-BBE4-E2A2-4991B7959605}"/>
              </a:ext>
            </a:extLst>
          </p:cNvPr>
          <p:cNvSpPr/>
          <p:nvPr/>
        </p:nvSpPr>
        <p:spPr>
          <a:xfrm>
            <a:off x="5422200" y="3213352"/>
            <a:ext cx="894696" cy="105689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F5551A4-D892-F896-231B-36903C6EB9B9}"/>
              </a:ext>
            </a:extLst>
          </p:cNvPr>
          <p:cNvCxnSpPr>
            <a:cxnSpLocks/>
          </p:cNvCxnSpPr>
          <p:nvPr/>
        </p:nvCxnSpPr>
        <p:spPr>
          <a:xfrm flipH="1">
            <a:off x="6319563" y="3760472"/>
            <a:ext cx="1242525" cy="4771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2F10521-0646-A33C-8C54-1380AEA19E30}"/>
              </a:ext>
            </a:extLst>
          </p:cNvPr>
          <p:cNvSpPr txBox="1"/>
          <p:nvPr/>
        </p:nvSpPr>
        <p:spPr>
          <a:xfrm>
            <a:off x="7662672" y="2033111"/>
            <a:ext cx="2087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Series resistors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E68940-D048-94AA-9C2F-48669FC40C6E}"/>
              </a:ext>
            </a:extLst>
          </p:cNvPr>
          <p:cNvSpPr txBox="1"/>
          <p:nvPr/>
        </p:nvSpPr>
        <p:spPr>
          <a:xfrm>
            <a:off x="7562088" y="3575806"/>
            <a:ext cx="2087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Screw terminals that were not rated for 500 V</a:t>
            </a:r>
          </a:p>
        </p:txBody>
      </p:sp>
    </p:spTree>
    <p:extLst>
      <p:ext uri="{BB962C8B-B14F-4D97-AF65-F5344CB8AC3E}">
        <p14:creationId xmlns:p14="http://schemas.microsoft.com/office/powerpoint/2010/main" val="405986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65E6F-7ED6-3ECF-E32B-0F5AE7561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8945B5-10A0-E547-46F6-0AA4EBF68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49" t="13148" r="20140" b="12408"/>
          <a:stretch>
            <a:fillRect/>
          </a:stretch>
        </p:blipFill>
        <p:spPr>
          <a:xfrm rot="5400000">
            <a:off x="4168900" y="1224534"/>
            <a:ext cx="3505201" cy="382905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806C3B86-3894-8FEE-DF6B-615D354F90F8}"/>
              </a:ext>
            </a:extLst>
          </p:cNvPr>
          <p:cNvSpPr/>
          <p:nvPr/>
        </p:nvSpPr>
        <p:spPr>
          <a:xfrm>
            <a:off x="6096000" y="3761105"/>
            <a:ext cx="894696" cy="105689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93705FC-7284-E3BA-D641-350878C1F909}"/>
              </a:ext>
            </a:extLst>
          </p:cNvPr>
          <p:cNvCxnSpPr>
            <a:cxnSpLocks/>
            <a:endCxn id="11" idx="5"/>
          </p:cNvCxnSpPr>
          <p:nvPr/>
        </p:nvCxnSpPr>
        <p:spPr>
          <a:xfrm flipH="1" flipV="1">
            <a:off x="5652755" y="4531109"/>
            <a:ext cx="758607" cy="7230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22746B6-BE43-7D55-2865-6E70387F3095}"/>
              </a:ext>
            </a:extLst>
          </p:cNvPr>
          <p:cNvSpPr txBox="1"/>
          <p:nvPr/>
        </p:nvSpPr>
        <p:spPr>
          <a:xfrm>
            <a:off x="5780640" y="5238357"/>
            <a:ext cx="2087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Cable glands for retaining wires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AE92157-4D3C-EB3B-7624-1627553FC2C0}"/>
              </a:ext>
            </a:extLst>
          </p:cNvPr>
          <p:cNvSpPr/>
          <p:nvPr/>
        </p:nvSpPr>
        <p:spPr>
          <a:xfrm>
            <a:off x="4907388" y="3761104"/>
            <a:ext cx="873252" cy="90211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BF646AC-2398-A221-75B6-B3B024F0F6AB}"/>
              </a:ext>
            </a:extLst>
          </p:cNvPr>
          <p:cNvCxnSpPr>
            <a:cxnSpLocks/>
            <a:endCxn id="7" idx="5"/>
          </p:cNvCxnSpPr>
          <p:nvPr/>
        </p:nvCxnSpPr>
        <p:spPr>
          <a:xfrm flipV="1">
            <a:off x="6411362" y="4663221"/>
            <a:ext cx="448309" cy="5908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343D6E24-75F5-F8A1-29E0-E7F8ADD0FEAA}"/>
              </a:ext>
            </a:extLst>
          </p:cNvPr>
          <p:cNvSpPr/>
          <p:nvPr/>
        </p:nvSpPr>
        <p:spPr>
          <a:xfrm>
            <a:off x="6092865" y="2462922"/>
            <a:ext cx="636993" cy="74989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61E82A1-EAD9-D219-0F68-B8F353B73C43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6411362" y="1246391"/>
            <a:ext cx="731654" cy="12165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AAD808D-9C4B-063D-0F1B-A8337B2BFA44}"/>
              </a:ext>
            </a:extLst>
          </p:cNvPr>
          <p:cNvSpPr txBox="1"/>
          <p:nvPr/>
        </p:nvSpPr>
        <p:spPr>
          <a:xfrm>
            <a:off x="6729858" y="599253"/>
            <a:ext cx="2087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Soldered connection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7BFEC86-3C52-6F3F-837A-B2A8BFB9582E}"/>
              </a:ext>
            </a:extLst>
          </p:cNvPr>
          <p:cNvSpPr/>
          <p:nvPr/>
        </p:nvSpPr>
        <p:spPr>
          <a:xfrm>
            <a:off x="4907388" y="2549595"/>
            <a:ext cx="636993" cy="74989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3D5B0F7-D03B-2C32-520D-F66EDF6BE34F}"/>
              </a:ext>
            </a:extLst>
          </p:cNvPr>
          <p:cNvCxnSpPr>
            <a:cxnSpLocks/>
            <a:endCxn id="29" idx="7"/>
          </p:cNvCxnSpPr>
          <p:nvPr/>
        </p:nvCxnSpPr>
        <p:spPr>
          <a:xfrm flipH="1">
            <a:off x="5451096" y="1248005"/>
            <a:ext cx="1691920" cy="141140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2AF7E8D4-F049-4EF0-83A8-CE15B49E48B3}"/>
              </a:ext>
            </a:extLst>
          </p:cNvPr>
          <p:cNvSpPr/>
          <p:nvPr/>
        </p:nvSpPr>
        <p:spPr>
          <a:xfrm>
            <a:off x="4369228" y="4001469"/>
            <a:ext cx="633075" cy="80020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31F1130-4F37-F3EC-03E6-B068C06F104C}"/>
              </a:ext>
            </a:extLst>
          </p:cNvPr>
          <p:cNvCxnSpPr>
            <a:cxnSpLocks/>
            <a:endCxn id="35" idx="3"/>
          </p:cNvCxnSpPr>
          <p:nvPr/>
        </p:nvCxnSpPr>
        <p:spPr>
          <a:xfrm flipV="1">
            <a:off x="4220455" y="4684487"/>
            <a:ext cx="241485" cy="3575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A259F1D-C693-034C-9230-920A824D18A7}"/>
              </a:ext>
            </a:extLst>
          </p:cNvPr>
          <p:cNvSpPr txBox="1"/>
          <p:nvPr/>
        </p:nvSpPr>
        <p:spPr>
          <a:xfrm>
            <a:off x="3332883" y="5023073"/>
            <a:ext cx="1871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NU Racing themed nails</a:t>
            </a:r>
          </a:p>
        </p:txBody>
      </p:sp>
    </p:spTree>
    <p:extLst>
      <p:ext uri="{BB962C8B-B14F-4D97-AF65-F5344CB8AC3E}">
        <p14:creationId xmlns:p14="http://schemas.microsoft.com/office/powerpoint/2010/main" val="4014349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4B9AC-6EEA-5109-F772-7A1167E6C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8F177E-EFB7-AC15-DFE3-AED3D5CF6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28" y="1249663"/>
            <a:ext cx="3579172" cy="43179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83D74B-5395-039D-DC7D-EFC7346AC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6180" y="1252727"/>
            <a:ext cx="3651550" cy="43525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E8EF35-99E4-6687-9296-5907AF4F27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8636" r="66653"/>
          <a:stretch>
            <a:fillRect/>
          </a:stretch>
        </p:blipFill>
        <p:spPr>
          <a:xfrm>
            <a:off x="5596156" y="4425696"/>
            <a:ext cx="1833026" cy="1383548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730A28EB-FD93-2964-6265-509575AE800E}"/>
              </a:ext>
            </a:extLst>
          </p:cNvPr>
          <p:cNvSpPr/>
          <p:nvPr/>
        </p:nvSpPr>
        <p:spPr>
          <a:xfrm>
            <a:off x="5504715" y="4178808"/>
            <a:ext cx="2296087" cy="189705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70D9C82-A381-DC36-AB84-BE883C93EDBC}"/>
              </a:ext>
            </a:extLst>
          </p:cNvPr>
          <p:cNvCxnSpPr>
            <a:cxnSpLocks/>
            <a:stCxn id="31" idx="2"/>
            <a:endCxn id="13" idx="6"/>
          </p:cNvCxnSpPr>
          <p:nvPr/>
        </p:nvCxnSpPr>
        <p:spPr>
          <a:xfrm flipH="1">
            <a:off x="7800802" y="5010912"/>
            <a:ext cx="340233" cy="1164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C305870-FAFE-6C21-6F36-F6C938D5E97F}"/>
              </a:ext>
            </a:extLst>
          </p:cNvPr>
          <p:cNvSpPr txBox="1"/>
          <p:nvPr/>
        </p:nvSpPr>
        <p:spPr>
          <a:xfrm>
            <a:off x="7342196" y="5959442"/>
            <a:ext cx="2087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View through hatch when removed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B2BFDB-62BB-98DD-E41D-3711B327A1EC}"/>
              </a:ext>
            </a:extLst>
          </p:cNvPr>
          <p:cNvSpPr txBox="1"/>
          <p:nvPr/>
        </p:nvSpPr>
        <p:spPr>
          <a:xfrm>
            <a:off x="6512669" y="3244333"/>
            <a:ext cx="2087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Viewing hatch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CB09633-B091-33AD-3DFF-83D918A13DCB}"/>
              </a:ext>
            </a:extLst>
          </p:cNvPr>
          <p:cNvCxnSpPr>
            <a:cxnSpLocks/>
            <a:stCxn id="25" idx="2"/>
            <a:endCxn id="31" idx="1"/>
          </p:cNvCxnSpPr>
          <p:nvPr/>
        </p:nvCxnSpPr>
        <p:spPr>
          <a:xfrm>
            <a:off x="7556609" y="3613665"/>
            <a:ext cx="710916" cy="11974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A1B7F266-801A-AACD-8C76-5FEE4B16E0BB}"/>
              </a:ext>
            </a:extLst>
          </p:cNvPr>
          <p:cNvSpPr/>
          <p:nvPr/>
        </p:nvSpPr>
        <p:spPr>
          <a:xfrm>
            <a:off x="8141035" y="4728340"/>
            <a:ext cx="863727" cy="5651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AC21444-E255-9D96-8E36-C8377BE951D4}"/>
              </a:ext>
            </a:extLst>
          </p:cNvPr>
          <p:cNvSpPr/>
          <p:nvPr/>
        </p:nvSpPr>
        <p:spPr>
          <a:xfrm>
            <a:off x="1105225" y="4820451"/>
            <a:ext cx="686999" cy="49734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81614EB-D53A-67B2-A8C9-B61F6E3E80AE}"/>
              </a:ext>
            </a:extLst>
          </p:cNvPr>
          <p:cNvCxnSpPr>
            <a:cxnSpLocks/>
            <a:endCxn id="36" idx="5"/>
          </p:cNvCxnSpPr>
          <p:nvPr/>
        </p:nvCxnSpPr>
        <p:spPr>
          <a:xfrm flipH="1" flipV="1">
            <a:off x="1691615" y="5244964"/>
            <a:ext cx="275987" cy="5642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96158DD-775A-EF4E-62FF-420EA8D4B349}"/>
              </a:ext>
            </a:extLst>
          </p:cNvPr>
          <p:cNvSpPr txBox="1"/>
          <p:nvPr/>
        </p:nvSpPr>
        <p:spPr>
          <a:xfrm>
            <a:off x="1448724" y="5774776"/>
            <a:ext cx="2087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Mounting location of thermal strip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88F4B9-4364-855A-42EB-0C8967491964}"/>
              </a:ext>
            </a:extLst>
          </p:cNvPr>
          <p:cNvSpPr txBox="1"/>
          <p:nvPr/>
        </p:nvSpPr>
        <p:spPr>
          <a:xfrm>
            <a:off x="259821" y="1249662"/>
            <a:ext cx="5469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800" dirty="0"/>
              <a:t>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4702DF-C09E-ECDB-8063-860C79FABC31}"/>
              </a:ext>
            </a:extLst>
          </p:cNvPr>
          <p:cNvSpPr txBox="1"/>
          <p:nvPr/>
        </p:nvSpPr>
        <p:spPr>
          <a:xfrm>
            <a:off x="7414355" y="1249663"/>
            <a:ext cx="5565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8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943568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0792C-4990-5498-F651-79082FAD4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2ED9C9-6E8C-6954-39FA-83CF78A86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302" y="3819639"/>
            <a:ext cx="8891396" cy="2928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B90C68-4B0F-4CA3-7655-1DC5AAB44635}"/>
              </a:ext>
            </a:extLst>
          </p:cNvPr>
          <p:cNvSpPr txBox="1"/>
          <p:nvPr/>
        </p:nvSpPr>
        <p:spPr>
          <a:xfrm>
            <a:off x="1093738" y="3819639"/>
            <a:ext cx="5565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800" dirty="0"/>
              <a:t>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919BC2-3746-9D7B-8A30-3B889BC5E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301" y="109884"/>
            <a:ext cx="8891397" cy="30822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ABC604-C482-6765-1D0F-5B62C2E6FFC6}"/>
              </a:ext>
            </a:extLst>
          </p:cNvPr>
          <p:cNvSpPr txBox="1"/>
          <p:nvPr/>
        </p:nvSpPr>
        <p:spPr>
          <a:xfrm>
            <a:off x="1093738" y="109884"/>
            <a:ext cx="5565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800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3A5883-CD9F-4BFA-6993-E61FF8A5E4BD}"/>
              </a:ext>
            </a:extLst>
          </p:cNvPr>
          <p:cNvSpPr txBox="1"/>
          <p:nvPr/>
        </p:nvSpPr>
        <p:spPr>
          <a:xfrm>
            <a:off x="10639233" y="5525800"/>
            <a:ext cx="1650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Moment of fault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494ABC0-13B7-26C6-AF0C-810B10A6319C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6873240" y="5848966"/>
            <a:ext cx="3765993" cy="3935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6A7800B-EBFE-C5D1-3EEB-E91331433976}"/>
              </a:ext>
            </a:extLst>
          </p:cNvPr>
          <p:cNvSpPr/>
          <p:nvPr/>
        </p:nvSpPr>
        <p:spPr>
          <a:xfrm>
            <a:off x="6775705" y="6242476"/>
            <a:ext cx="283464" cy="5056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C023AC-31E2-9285-6CE3-CBD6D38815D2}"/>
              </a:ext>
            </a:extLst>
          </p:cNvPr>
          <p:cNvSpPr txBox="1"/>
          <p:nvPr/>
        </p:nvSpPr>
        <p:spPr>
          <a:xfrm>
            <a:off x="10649237" y="2206783"/>
            <a:ext cx="1650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Moment of fault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B9A368B-AF53-645A-4985-9A47596BE9C7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6130385" y="2529949"/>
            <a:ext cx="4518852" cy="1846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CB765CF-A04A-6C2B-8D58-325E9C3D5208}"/>
              </a:ext>
            </a:extLst>
          </p:cNvPr>
          <p:cNvSpPr/>
          <p:nvPr/>
        </p:nvSpPr>
        <p:spPr>
          <a:xfrm>
            <a:off x="5885689" y="2686467"/>
            <a:ext cx="283464" cy="5056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CCE136-ED31-2BCF-3724-7E90ACF93E66}"/>
              </a:ext>
            </a:extLst>
          </p:cNvPr>
          <p:cNvSpPr txBox="1"/>
          <p:nvPr/>
        </p:nvSpPr>
        <p:spPr>
          <a:xfrm>
            <a:off x="5631370" y="3400951"/>
            <a:ext cx="998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160 Nm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30B0E3-4C21-F87B-5B20-BA66517F2AE6}"/>
              </a:ext>
            </a:extLst>
          </p:cNvPr>
          <p:cNvSpPr txBox="1"/>
          <p:nvPr/>
        </p:nvSpPr>
        <p:spPr>
          <a:xfrm>
            <a:off x="7059169" y="3400951"/>
            <a:ext cx="998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220 Nm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DD7EB2B-FFA6-7ECF-70A1-C2A847C83377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6130385" y="3770283"/>
            <a:ext cx="398431" cy="4542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401DF34-7DB6-589C-8DEE-C68CCCBD17CD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7027831" y="3770283"/>
            <a:ext cx="530353" cy="3693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0A15A4D-7AA6-D5D0-E66B-CE040F28169F}"/>
              </a:ext>
            </a:extLst>
          </p:cNvPr>
          <p:cNvCxnSpPr/>
          <p:nvPr/>
        </p:nvCxnSpPr>
        <p:spPr>
          <a:xfrm>
            <a:off x="6391656" y="4445321"/>
            <a:ext cx="0" cy="41062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6EE8C9C-3846-AF72-0C62-35E688047351}"/>
              </a:ext>
            </a:extLst>
          </p:cNvPr>
          <p:cNvCxnSpPr>
            <a:cxnSpLocks/>
          </p:cNvCxnSpPr>
          <p:nvPr/>
        </p:nvCxnSpPr>
        <p:spPr>
          <a:xfrm>
            <a:off x="6873240" y="4240007"/>
            <a:ext cx="0" cy="61594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EAA4E14-EE01-1BFA-A37C-A666F69DBC8A}"/>
              </a:ext>
            </a:extLst>
          </p:cNvPr>
          <p:cNvCxnSpPr>
            <a:cxnSpLocks/>
          </p:cNvCxnSpPr>
          <p:nvPr/>
        </p:nvCxnSpPr>
        <p:spPr>
          <a:xfrm>
            <a:off x="9832848" y="4137349"/>
            <a:ext cx="0" cy="61594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B5B6D7B-DD1B-BAF5-6BCC-F99FCF76C005}"/>
              </a:ext>
            </a:extLst>
          </p:cNvPr>
          <p:cNvCxnSpPr>
            <a:cxnSpLocks/>
          </p:cNvCxnSpPr>
          <p:nvPr/>
        </p:nvCxnSpPr>
        <p:spPr>
          <a:xfrm>
            <a:off x="10541698" y="4137349"/>
            <a:ext cx="0" cy="61594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00E15F3-2E1D-F4C2-84DE-C2F8EF508562}"/>
              </a:ext>
            </a:extLst>
          </p:cNvPr>
          <p:cNvSpPr txBox="1"/>
          <p:nvPr/>
        </p:nvSpPr>
        <p:spPr>
          <a:xfrm>
            <a:off x="10326147" y="3335093"/>
            <a:ext cx="998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0 Nm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6C155D8-D6F1-189C-7669-F0CBA53B4240}"/>
              </a:ext>
            </a:extLst>
          </p:cNvPr>
          <p:cNvCxnSpPr>
            <a:cxnSpLocks/>
          </p:cNvCxnSpPr>
          <p:nvPr/>
        </p:nvCxnSpPr>
        <p:spPr>
          <a:xfrm flipH="1">
            <a:off x="10188990" y="3668910"/>
            <a:ext cx="551923" cy="5034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530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5A180-0B20-13B3-5E0E-FE13FCD57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4E104F-3828-3BD9-72A3-F824B1E56C44}"/>
              </a:ext>
            </a:extLst>
          </p:cNvPr>
          <p:cNvSpPr txBox="1"/>
          <p:nvPr/>
        </p:nvSpPr>
        <p:spPr>
          <a:xfrm>
            <a:off x="1093738" y="3819639"/>
            <a:ext cx="5565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800" dirty="0"/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00AA07-5573-DF88-FFC8-731C5272428C}"/>
              </a:ext>
            </a:extLst>
          </p:cNvPr>
          <p:cNvSpPr txBox="1"/>
          <p:nvPr/>
        </p:nvSpPr>
        <p:spPr>
          <a:xfrm>
            <a:off x="7833551" y="4306980"/>
            <a:ext cx="5565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800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992E29-C2D4-D9A9-1C80-DDFF2A6E6E03}"/>
              </a:ext>
            </a:extLst>
          </p:cNvPr>
          <p:cNvSpPr txBox="1"/>
          <p:nvPr/>
        </p:nvSpPr>
        <p:spPr>
          <a:xfrm>
            <a:off x="10273111" y="294550"/>
            <a:ext cx="1650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Moment of fault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B56C5DD-8B87-BB9B-EF3D-FECAE00E6B16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6507118" y="617716"/>
            <a:ext cx="3765993" cy="3935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86D20BE-A88C-7259-AC52-48EBCC2C4A73}"/>
              </a:ext>
            </a:extLst>
          </p:cNvPr>
          <p:cNvSpPr/>
          <p:nvPr/>
        </p:nvSpPr>
        <p:spPr>
          <a:xfrm>
            <a:off x="6409583" y="1011226"/>
            <a:ext cx="283464" cy="5056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99D099-9010-D0FC-E45A-8284F5C06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5" y="87363"/>
            <a:ext cx="5343602" cy="3562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43321D-F3BB-4593-1775-9D83AC3D3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574" y="1444752"/>
            <a:ext cx="3180593" cy="31216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A210F8-9937-D69D-BF34-C47D273B8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143" y="4449468"/>
            <a:ext cx="2105024" cy="21839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3F0775-7680-3905-DAEE-F0ADD44396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6862" y="3261406"/>
            <a:ext cx="2831223" cy="30570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3C79C7B-E230-A137-6BC0-F031A06B13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465" y="4909890"/>
            <a:ext cx="2969943" cy="155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80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A7B20-334C-BB24-2E02-3885AF126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254D8F-7043-6891-DF47-E98973D13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99" y="1118865"/>
            <a:ext cx="10717121" cy="46202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3E7E86-9D19-C8F8-C76D-697D06AFB7BD}"/>
              </a:ext>
            </a:extLst>
          </p:cNvPr>
          <p:cNvSpPr txBox="1"/>
          <p:nvPr/>
        </p:nvSpPr>
        <p:spPr>
          <a:xfrm>
            <a:off x="10682845" y="2213524"/>
            <a:ext cx="1650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Powerbox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01E66A9-7406-D397-FCB2-AAB3A6C3B5A4}"/>
              </a:ext>
            </a:extLst>
          </p:cNvPr>
          <p:cNvCxnSpPr>
            <a:cxnSpLocks/>
          </p:cNvCxnSpPr>
          <p:nvPr/>
        </p:nvCxnSpPr>
        <p:spPr>
          <a:xfrm>
            <a:off x="7232904" y="2330365"/>
            <a:ext cx="920321" cy="17510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6922DC0-A2A1-038C-EC69-A66BE5FAAA3C}"/>
              </a:ext>
            </a:extLst>
          </p:cNvPr>
          <p:cNvSpPr/>
          <p:nvPr/>
        </p:nvSpPr>
        <p:spPr>
          <a:xfrm>
            <a:off x="7493334" y="4534069"/>
            <a:ext cx="2299889" cy="10079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95000C-2F0C-20CD-F4B0-80E98E19B0DB}"/>
              </a:ext>
            </a:extLst>
          </p:cNvPr>
          <p:cNvSpPr/>
          <p:nvPr/>
        </p:nvSpPr>
        <p:spPr>
          <a:xfrm>
            <a:off x="9800671" y="3628813"/>
            <a:ext cx="980105" cy="19131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644F78-F299-B855-C20C-9EAC5695EC0E}"/>
              </a:ext>
            </a:extLst>
          </p:cNvPr>
          <p:cNvSpPr/>
          <p:nvPr/>
        </p:nvSpPr>
        <p:spPr>
          <a:xfrm>
            <a:off x="8153225" y="4081440"/>
            <a:ext cx="890191" cy="4526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41A8F9E-26E9-C33A-6060-6EB8074E3D53}"/>
              </a:ext>
            </a:extLst>
          </p:cNvPr>
          <p:cNvCxnSpPr>
            <a:cxnSpLocks/>
          </p:cNvCxnSpPr>
          <p:nvPr/>
        </p:nvCxnSpPr>
        <p:spPr>
          <a:xfrm flipH="1">
            <a:off x="10780776" y="2626514"/>
            <a:ext cx="389968" cy="10022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E1B832C-31E5-27BF-655A-11DCD9E8BEFE}"/>
              </a:ext>
            </a:extLst>
          </p:cNvPr>
          <p:cNvCxnSpPr>
            <a:cxnSpLocks/>
          </p:cNvCxnSpPr>
          <p:nvPr/>
        </p:nvCxnSpPr>
        <p:spPr>
          <a:xfrm>
            <a:off x="5823759" y="2879005"/>
            <a:ext cx="1669575" cy="16550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E943884-8780-FF77-E802-55D9664E21BD}"/>
              </a:ext>
            </a:extLst>
          </p:cNvPr>
          <p:cNvSpPr txBox="1"/>
          <p:nvPr/>
        </p:nvSpPr>
        <p:spPr>
          <a:xfrm>
            <a:off x="6501495" y="1683194"/>
            <a:ext cx="1650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CM200DX Inverter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AF882B-81F8-C9FA-890F-414D4AF795FF}"/>
              </a:ext>
            </a:extLst>
          </p:cNvPr>
          <p:cNvSpPr txBox="1"/>
          <p:nvPr/>
        </p:nvSpPr>
        <p:spPr>
          <a:xfrm>
            <a:off x="5008244" y="2509673"/>
            <a:ext cx="1650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Accumulator</a:t>
            </a:r>
          </a:p>
        </p:txBody>
      </p:sp>
    </p:spTree>
    <p:extLst>
      <p:ext uri="{BB962C8B-B14F-4D97-AF65-F5344CB8AC3E}">
        <p14:creationId xmlns:p14="http://schemas.microsoft.com/office/powerpoint/2010/main" val="2453441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C7063-64DF-55A6-8735-51807ED7A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8676EB-2CDA-898D-01F4-76E1BEA7F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718" y="1225296"/>
            <a:ext cx="10580215" cy="45481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4F0633-56D6-661A-1237-0ED529C5434B}"/>
              </a:ext>
            </a:extLst>
          </p:cNvPr>
          <p:cNvSpPr txBox="1"/>
          <p:nvPr/>
        </p:nvSpPr>
        <p:spPr>
          <a:xfrm>
            <a:off x="10682845" y="2213524"/>
            <a:ext cx="1650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Powerbox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5B598C-69E1-E07D-5E47-FA55B501EC87}"/>
              </a:ext>
            </a:extLst>
          </p:cNvPr>
          <p:cNvCxnSpPr>
            <a:cxnSpLocks/>
          </p:cNvCxnSpPr>
          <p:nvPr/>
        </p:nvCxnSpPr>
        <p:spPr>
          <a:xfrm>
            <a:off x="7232904" y="2330365"/>
            <a:ext cx="920321" cy="17510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247C813-C53A-BFDE-9B32-729CC16327CE}"/>
              </a:ext>
            </a:extLst>
          </p:cNvPr>
          <p:cNvSpPr/>
          <p:nvPr/>
        </p:nvSpPr>
        <p:spPr>
          <a:xfrm>
            <a:off x="7493334" y="4534069"/>
            <a:ext cx="2299889" cy="10079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4B913F-DD6E-E78F-4090-742ED83167AB}"/>
              </a:ext>
            </a:extLst>
          </p:cNvPr>
          <p:cNvSpPr/>
          <p:nvPr/>
        </p:nvSpPr>
        <p:spPr>
          <a:xfrm>
            <a:off x="9800671" y="3628813"/>
            <a:ext cx="980105" cy="19131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5CF1EC-FF1F-D3D4-422B-40876E293B74}"/>
              </a:ext>
            </a:extLst>
          </p:cNvPr>
          <p:cNvSpPr/>
          <p:nvPr/>
        </p:nvSpPr>
        <p:spPr>
          <a:xfrm>
            <a:off x="8153225" y="4081440"/>
            <a:ext cx="826183" cy="4526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A8F6033-EDEE-7EBB-2B3A-29524467AFC8}"/>
              </a:ext>
            </a:extLst>
          </p:cNvPr>
          <p:cNvCxnSpPr>
            <a:cxnSpLocks/>
          </p:cNvCxnSpPr>
          <p:nvPr/>
        </p:nvCxnSpPr>
        <p:spPr>
          <a:xfrm flipH="1">
            <a:off x="10780776" y="2626514"/>
            <a:ext cx="389968" cy="10022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32DFE37-F159-EE84-10A6-A09FC6E7DB1A}"/>
              </a:ext>
            </a:extLst>
          </p:cNvPr>
          <p:cNvCxnSpPr>
            <a:cxnSpLocks/>
          </p:cNvCxnSpPr>
          <p:nvPr/>
        </p:nvCxnSpPr>
        <p:spPr>
          <a:xfrm>
            <a:off x="5823759" y="2879005"/>
            <a:ext cx="1669575" cy="16550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67EBEE1-4155-168C-A457-00CA014A4971}"/>
              </a:ext>
            </a:extLst>
          </p:cNvPr>
          <p:cNvSpPr txBox="1"/>
          <p:nvPr/>
        </p:nvSpPr>
        <p:spPr>
          <a:xfrm>
            <a:off x="6435825" y="1631933"/>
            <a:ext cx="1650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CM200DX Inverter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FC4692-4DF2-D0CC-FFF5-FB49AA18A84C}"/>
              </a:ext>
            </a:extLst>
          </p:cNvPr>
          <p:cNvSpPr txBox="1"/>
          <p:nvPr/>
        </p:nvSpPr>
        <p:spPr>
          <a:xfrm>
            <a:off x="5008244" y="2509673"/>
            <a:ext cx="1650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Accumulator</a:t>
            </a:r>
          </a:p>
        </p:txBody>
      </p:sp>
    </p:spTree>
    <p:extLst>
      <p:ext uri="{BB962C8B-B14F-4D97-AF65-F5344CB8AC3E}">
        <p14:creationId xmlns:p14="http://schemas.microsoft.com/office/powerpoint/2010/main" val="4214851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A93B0-2CD8-1C2D-D895-0D356E3AD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659D7A-9BD8-D12E-78F9-4E184ADE5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007276" y="-164591"/>
            <a:ext cx="3921415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8827830-2E7F-4503-7DC9-CFAF0E785E13}"/>
              </a:ext>
            </a:extLst>
          </p:cNvPr>
          <p:cNvSpPr/>
          <p:nvPr/>
        </p:nvSpPr>
        <p:spPr>
          <a:xfrm rot="16200000">
            <a:off x="3099816" y="3067813"/>
            <a:ext cx="905256" cy="3931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PEN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A0DE15-FE9A-9750-2A43-9DDBD2E923D5}"/>
              </a:ext>
            </a:extLst>
          </p:cNvPr>
          <p:cNvSpPr/>
          <p:nvPr/>
        </p:nvSpPr>
        <p:spPr>
          <a:xfrm rot="16200000">
            <a:off x="4687824" y="3067812"/>
            <a:ext cx="905256" cy="3931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DEN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371961-4A03-F175-C241-6E2EBE23AD93}"/>
              </a:ext>
            </a:extLst>
          </p:cNvPr>
          <p:cNvSpPr/>
          <p:nvPr/>
        </p:nvSpPr>
        <p:spPr>
          <a:xfrm rot="16200000">
            <a:off x="7053072" y="1779187"/>
            <a:ext cx="905256" cy="3931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HIP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192170-4035-5ADE-3BD9-1C11312186FE}"/>
              </a:ext>
            </a:extLst>
          </p:cNvPr>
          <p:cNvSpPr/>
          <p:nvPr/>
        </p:nvSpPr>
        <p:spPr>
          <a:xfrm rot="16200000">
            <a:off x="7053072" y="4408932"/>
            <a:ext cx="905256" cy="3931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C2267C-A865-F44E-65C9-58B16180FC1D}"/>
              </a:ext>
            </a:extLst>
          </p:cNvPr>
          <p:cNvSpPr/>
          <p:nvPr/>
        </p:nvSpPr>
        <p:spPr>
          <a:xfrm rot="16200000">
            <a:off x="7123177" y="2614760"/>
            <a:ext cx="1592579" cy="135178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Accumulator</a:t>
            </a:r>
          </a:p>
        </p:txBody>
      </p:sp>
    </p:spTree>
    <p:extLst>
      <p:ext uri="{BB962C8B-B14F-4D97-AF65-F5344CB8AC3E}">
        <p14:creationId xmlns:p14="http://schemas.microsoft.com/office/powerpoint/2010/main" val="1629861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5d11fcf-3161-45d8-899c-9da54d9f529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7F152C5F389042B06687A7F2F41AA1" ma:contentTypeVersion="14" ma:contentTypeDescription="Create a new document." ma:contentTypeScope="" ma:versionID="ad0462d7a34e83eff599bf3b7099f25d">
  <xsd:schema xmlns:xsd="http://www.w3.org/2001/XMLSchema" xmlns:xs="http://www.w3.org/2001/XMLSchema" xmlns:p="http://schemas.microsoft.com/office/2006/metadata/properties" xmlns:ns3="f5d11fcf-3161-45d8-899c-9da54d9f529e" xmlns:ns4="c70da2cc-2ad6-42f8-a130-00d69c592d3e" targetNamespace="http://schemas.microsoft.com/office/2006/metadata/properties" ma:root="true" ma:fieldsID="0c0082b639b3b0ea5b80a015b63cc910" ns3:_="" ns4:_="">
    <xsd:import namespace="f5d11fcf-3161-45d8-899c-9da54d9f529e"/>
    <xsd:import namespace="c70da2cc-2ad6-42f8-a130-00d69c592d3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d11fcf-3161-45d8-899c-9da54d9f52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0da2cc-2ad6-42f8-a130-00d69c592d3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FD5577-2B55-4FB1-9D09-75D4FC558109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f5d11fcf-3161-45d8-899c-9da54d9f529e"/>
    <ds:schemaRef ds:uri="c70da2cc-2ad6-42f8-a130-00d69c592d3e"/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3ACDCAD3-352A-4602-B617-E1C78DEC53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B511EC-D2DE-4784-AFB0-854A8C50CD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d11fcf-3161-45d8-899c-9da54d9f529e"/>
    <ds:schemaRef ds:uri="c70da2cc-2ad6-42f8-a130-00d69c592d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617</TotalTime>
  <Words>143</Words>
  <Application>Microsoft Office PowerPoint</Application>
  <PresentationFormat>Widescreen</PresentationFormat>
  <Paragraphs>48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Lukes</dc:creator>
  <cp:lastModifiedBy>Jacob Lukes</cp:lastModifiedBy>
  <cp:revision>2</cp:revision>
  <dcterms:created xsi:type="dcterms:W3CDTF">2026-01-06T09:42:16Z</dcterms:created>
  <dcterms:modified xsi:type="dcterms:W3CDTF">2026-01-11T11:24:08Z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0x0101006E7F152C5F389042B06687A7F2F41AA1</vt:lpwstr>
  </property>
</Properties>
</file>